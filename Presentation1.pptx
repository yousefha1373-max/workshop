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A0BC-E011-3CD2-DF15-EAF8CAD2F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D2FC30-DAC9-061B-6845-9BC6152C9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E908A-D2A7-44D2-B02E-BCAE54BDD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7254E-6F1C-D358-D775-955A83E6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99938-46B4-2C50-6DFD-A02A8FE9C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16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2CB4-F6EC-EF8E-67EF-10BCBD7D2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F0C4D-B64D-7128-5E72-538F0F91A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77802-321E-4185-1005-1A60D763F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0A987-0DBE-DA92-EB78-5ED32D4B5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F6B3A-BA87-B84D-3F5B-D17F066E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1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2058-E6B5-EC47-6BFA-2A00311F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834E6-6590-14DC-5C31-F0C061A53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45B6E-6C26-6479-5377-5ED5C3E46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8D80C-C3E2-9829-CAF9-C3643F0B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EE6F8-FCC8-ABB9-BD6A-B5FE859F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9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BB85-B616-A124-0925-455327EBE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BF42-6FB9-2072-1FCA-081C488E99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55C02-4DD6-1EE4-8E65-33CDA6D99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964CB-D578-B837-2E9C-4130CDF3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6DDC1-DA28-1E89-67C9-3C1B8C7E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E0BE4-0EEA-E260-180E-F6C9F1DF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2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8807-D011-33C5-E542-D98F64C3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1ED11-0A56-4680-A9B1-B72040101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1440D-0958-5315-06D0-7D22E35AE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6FDBAA-D1AC-CF0F-BB68-F802078FE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F53FB7-7FA3-3136-C14D-A5D7CCB1C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F805D4-6B11-63FB-7891-28998245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B81102-835A-C6F4-FAA2-B5A2E0ABF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8E507D-2888-8A92-5EF2-7EC4D7B27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89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C283-727E-749D-4029-80415017B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5ABE9-6496-C45F-1954-09740B41E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4435A7-BC43-C93C-84F7-51472502D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BC92B-503E-224C-E169-1EA2C3FF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89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AD053-2706-3F72-7094-3C4632B59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6B461-CD2C-6215-0AB8-C87B6D97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15157-12BE-AE38-EF80-980954211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29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2855-EC84-C86F-44CA-A9500F3F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0988E-D2A0-EAB5-9FF3-BFABE6E96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2E661-BE6C-40CA-3223-F4FB1AE6A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FD4CA-C865-4853-DD41-D949F4AB6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4232F-78BB-719D-F86A-8C0643D9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4B3CC-4AC9-0099-EB9E-8526A5D5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78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3AFCB-ABC3-AF6A-4CAE-5B6367C99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24D380-C052-5D43-438E-B16BB976F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09593-5867-DDE9-0E72-9A38E8CA9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397E0-6FA8-92A8-35FD-1935132D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4007B-D5A4-D360-8F43-7B841FAF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DCF1B-F57A-FEE8-5DDF-053BA01B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6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F2CB-DD5A-73DA-71EB-C4C166186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0D684-BC29-C146-C72A-C1180444A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D1AFA-B421-46A6-7697-A5009964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8A62-027B-C0E9-29A7-3F6792501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19096-6C41-B05F-04F8-1D2DBBD9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56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832AEE-6B9F-3DA9-7AF8-FA72C0C14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5CA80-8BE1-1765-B941-44ECBA681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B5156-DDF0-144D-E774-0F312DD0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7600-00F7-CFA5-2D07-F5356C10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48D0-266B-F2DB-3CD7-985E8909C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3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6EA79C-2FEF-3FE8-03AD-325E0BA5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F4A41-EC06-0893-A4C6-69EF708AD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CEE5D-B2C1-4646-EFA3-836CFFAC7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5C3B4-0F55-44F2-BE62-1C6C594DD8B0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AD52-50FF-7A9D-A894-0D6C38FF90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FD69-9463-62D0-A2BB-97D44337C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EE44F-9D97-4246-A834-B4D8593E82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5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6E7E4CA-9051-16C8-FFB6-DC00F2C62ECE}"/>
              </a:ext>
            </a:extLst>
          </p:cNvPr>
          <p:cNvSpPr txBox="1"/>
          <p:nvPr/>
        </p:nvSpPr>
        <p:spPr>
          <a:xfrm>
            <a:off x="519869" y="271582"/>
            <a:ext cx="11152261" cy="6586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Aft>
                <a:spcPts val="1000"/>
              </a:spcAft>
            </a:pP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library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nasapower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atinLnBrk="1">
              <a:spcAft>
                <a:spcPts val="1000"/>
              </a:spcAft>
            </a:pP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library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dplyr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atinLnBrk="1">
              <a:spcAft>
                <a:spcPts val="1000"/>
              </a:spcAft>
            </a:pP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library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lubridate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1.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پارامترهای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ایستگاه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36.21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عرض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جغرافیایی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lon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57.68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طول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جغرافیایی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start_date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"2023-04-21"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end_date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"2023-04-30"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2.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دانلود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داده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از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NASA POWER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vars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"T2M_MAX"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"T2M_MIN"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"PRECTOTCORR"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"ALLSKY_SFC_SW_DWN"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"RH2M"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"WS2M"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np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get_power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community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"AG"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lonlat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lon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pars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vars,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temporal_api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"daily"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dates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start_date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end_date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np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(YEAR, DOY, YYYYMMDD, T2M_MAX, T2M_MIN, PRECTOTCORR, ALLSKY_SFC_SW_DWN, RH2M, WS2M)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rename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Year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YEAR,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DayOfYear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DOY,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Date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YYYYMMDD,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T2M_MAX,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T2M_MIN,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Rain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PRECTOTCORR,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Radn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ALLSKY_SFC_SW_DWN,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RH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RH2M,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Wind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WS2M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mutate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Date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as.Date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(Date))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1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5414BA-5101-7714-4442-F0CF91896B58}"/>
              </a:ext>
            </a:extLst>
          </p:cNvPr>
          <p:cNvSpPr txBox="1"/>
          <p:nvPr/>
        </p:nvSpPr>
        <p:spPr>
          <a:xfrm>
            <a:off x="682239" y="523435"/>
            <a:ext cx="108275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3.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تابع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محاسبه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FAO-56 Penman–Monteith ET0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et0_fao56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function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Rs, u2, RH,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elev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doy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){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P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101.3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293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0.0065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elev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293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^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5.26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gamma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0.000665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delta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4098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0.6108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exp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17.27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237.3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237.3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^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es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0.6108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exp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17.27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237.3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0.6108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exp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17.27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237.3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es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RH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100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Gsc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0.0820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0.033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cos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pi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365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doy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delta_s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0.409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pi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365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doy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1.39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phi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pi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180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ws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acos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(phi)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delta_s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Ra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60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pi)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Gsc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ws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(phi)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delta_s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cos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(phi)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cos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delta_s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ws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Rso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0.75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2e-5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elev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Ra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Rns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0.23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Rs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sigma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4.903e-9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Rnl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sigma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273.16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^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273.16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^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0.34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0.14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sqrt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1.35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(Rs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Rso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0.35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Rn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Rns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Rnl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G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ET0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0.408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delta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(Rn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G)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gamma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900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Tmean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273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u2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(es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ea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/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(delta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gamma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1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+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0.34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u2))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return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(ET0)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}</a:t>
            </a: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2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05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1D6DF5-A9F6-415A-B3AF-043FBAE241EF}"/>
              </a:ext>
            </a:extLst>
          </p:cNvPr>
          <p:cNvSpPr txBox="1"/>
          <p:nvPr/>
        </p:nvSpPr>
        <p:spPr>
          <a:xfrm>
            <a:off x="1008404" y="781693"/>
            <a:ext cx="10793338" cy="5298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atinLnBrk="1">
              <a:spcAft>
                <a:spcPts val="1000"/>
              </a:spcAft>
            </a:pP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4.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محاسبه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ET0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برای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هر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روز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elev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0000CF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985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ارتفاع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از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سطح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دریا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(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متر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mutate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doy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yday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(Date))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rowwise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mutate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ETref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et0_fao56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Radn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Wind, RH,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lat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elev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doy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ungroup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()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5.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تبدیل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به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فرمت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SWAP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swap_df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&lt;-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mutate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Station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"'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Sabzevar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'"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MM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month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(Date),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DD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day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(Date),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 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YYYY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year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(Date)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) 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%&gt;%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select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(Station, DD, MM, YYYY,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Radn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Tmin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Tmax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RH, Wind, Rain,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ETref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6.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ذخیره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فایل</a:t>
            </a: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i="1" dirty="0" err="1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خروجی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i="1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 -------------------------------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b="1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write.table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swap_df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"SWAPmet_Sabzevar.txt"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sep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\t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 err="1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row.names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FALSE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, </a:t>
            </a:r>
            <a:r>
              <a:rPr lang="en-US" sz="1100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quote =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>
                <a:solidFill>
                  <a:srgbClr val="8F5902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FALSE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b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1100" b="1" dirty="0">
                <a:solidFill>
                  <a:srgbClr val="204A87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cat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(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"✅ 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فایل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SWAPmet_Sabzevar.txt 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با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موفقیت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ایجاد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شد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!</a:t>
            </a:r>
            <a:r>
              <a:rPr lang="en-US" sz="1100" b="1" dirty="0">
                <a:solidFill>
                  <a:srgbClr val="CE5C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\n</a:t>
            </a:r>
            <a:r>
              <a:rPr lang="en-US" sz="1100" dirty="0">
                <a:solidFill>
                  <a:srgbClr val="4E9A06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)</a:t>
            </a:r>
            <a:endParaRPr lang="en-US" sz="1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latinLnBrk="1">
              <a:spcAft>
                <a:spcPts val="1000"/>
              </a:spcAft>
            </a:pP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## ✅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فایل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SWAPmet_Sabzevar.txt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با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موفقیت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ایجاد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1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شد</a:t>
            </a:r>
            <a:r>
              <a:rPr lang="en-US" sz="1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Aptos" panose="020B0004020202020204" pitchFamily="34" charset="0"/>
                <a:cs typeface="Arial" panose="020B0604020202020204" pitchFamily="34" charset="0"/>
              </a:rPr>
              <a:t>!</a:t>
            </a:r>
            <a:endParaRPr lang="en-US" sz="1100" dirty="0">
              <a:effectLst/>
              <a:latin typeface="Consolas" panose="020B0609020204030204" pitchFamily="49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257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928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Yousef Hasheminejhad</dc:creator>
  <cp:lastModifiedBy>Yousef Hasheminejhad</cp:lastModifiedBy>
  <cp:revision>1</cp:revision>
  <dcterms:created xsi:type="dcterms:W3CDTF">2025-11-03T06:58:00Z</dcterms:created>
  <dcterms:modified xsi:type="dcterms:W3CDTF">2025-11-03T08:29:13Z</dcterms:modified>
</cp:coreProperties>
</file>